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1C492B-F441-59EC-0C9D-41F860A7F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3F0938-BAB6-82B9-8716-BAD4EA876D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5EECE1-48D5-242B-41D6-609580765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A57A7-CEA8-42AC-A8C3-6E5CB185E967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E45E98-B5F0-284A-CE99-8A522228B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4B1888-197F-BB84-40CA-7034FE5E1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CD28E-4315-4DDE-A326-56612D82D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7494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8FC76-8E13-5C71-854A-0C2F46D80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8EFD7E-E549-E3FD-C1B4-4DC1083FC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FAEFE4-3157-67B8-02A6-E694E32D0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A57A7-CEA8-42AC-A8C3-6E5CB185E967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A65BE9-FEA1-1108-FE76-B96D51A2B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745686-ACC1-3D90-6F73-5B5246263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CD28E-4315-4DDE-A326-56612D82D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1320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FC523-C1CD-ED17-49F8-E37ED16E4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23CA6D-F769-957C-F6FA-9EC5C6CAB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7459E-7F0B-1191-E560-D5EC4A15A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A57A7-CEA8-42AC-A8C3-6E5CB185E967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ED7948-A3C3-2DD2-C60D-A3262BBC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DB459F-4384-42A3-2F3D-C7936CE5C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CD28E-4315-4DDE-A326-56612D82D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9797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8A0CA4-0699-7279-2DF7-3D5B1A2A8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991ECB-1A51-667A-DA1D-D20008A42F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F10A26-0957-E49B-B9CD-D2908B5E6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01AD30-34E1-4A8A-0948-62B0C7DDE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A57A7-CEA8-42AC-A8C3-6E5CB185E967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E8E192-A5EF-BF0E-186E-5052F165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9CEFC5-C9D4-8254-73FA-8B91D94B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CD28E-4315-4DDE-A326-56612D82D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3285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10ECE-FBB9-0CDF-B857-EBD742A7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500AD8-1281-B715-524F-CE69F80EC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DC73F3-37C7-A1A9-C1C7-663B51B58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00D1F39-518C-DCA6-2A49-E424A31DC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02B369B-1FE2-3164-BE58-B102BB15BD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4844D68-9913-4CD7-7137-A14DBCC3F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A57A7-CEA8-42AC-A8C3-6E5CB185E967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33A9FD0-EC40-2B1D-D8DD-0A3B3F0E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B1710CA-E63D-636D-5D89-86496D41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CD28E-4315-4DDE-A326-56612D82D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4424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CAADCE-FC3B-D27E-6E30-0CE0E3E0F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D488A07-818B-1222-1773-EF9ED4715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A57A7-CEA8-42AC-A8C3-6E5CB185E967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D48BDCA-5824-EE40-4288-C221EB481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70647CD-0833-F810-C62F-CE9B7498D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CD28E-4315-4DDE-A326-56612D82D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578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9FA3DF9-58B3-7D5B-5461-ACEC603A0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A57A7-CEA8-42AC-A8C3-6E5CB185E967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9CA10D8-341E-B93A-88BA-B9C945E16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F95D8C-DF49-D78F-A94F-5D7FE9D80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CD28E-4315-4DDE-A326-56612D82D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0415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D72A6B-B874-345C-F57A-ADE5B3BE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7D0523-0206-1000-CA41-64480FEF0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BA8076-6549-83F3-9F6D-82F83C34B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F005668-8A9C-17E7-E4FF-0B8673474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A57A7-CEA8-42AC-A8C3-6E5CB185E967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B28142-10DB-78D0-015D-59401C8F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1C850B-D082-22E7-36BC-5D9D37F5A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CD28E-4315-4DDE-A326-56612D82D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9671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62719-33DC-B3F3-12B9-59D38A726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889D194-3FFD-D0E1-3E5C-D675A64C03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396197-95E2-B4F0-E255-AF02F4F62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78D9FD-09ED-06C6-E96E-299AF7471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A57A7-CEA8-42AC-A8C3-6E5CB185E967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20B81E-D7DD-581C-81AE-B980B861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6CF7E4-9902-F2C9-E25D-CDD1B21F2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CD28E-4315-4DDE-A326-56612D82D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6897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9A7AD4-1E73-202E-9B0B-5E141BAF5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7101EB8-94A1-4448-FF05-3CD046AD8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D225D8-9365-8DDA-1567-9CE48A35A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A57A7-CEA8-42AC-A8C3-6E5CB185E967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276620-E84E-5345-8C96-6ED2A7D84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655B87-EB09-BE06-6249-1ADAC9708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CD28E-4315-4DDE-A326-56612D82D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6620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B878BB7-7A76-D180-0C52-603047E13A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BD428D-4BD1-1323-D05F-96A0371D9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D40ABC-C266-E04F-BD38-A8D0FF27F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A57A7-CEA8-42AC-A8C3-6E5CB185E967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2F0E67-E2D9-D20B-3071-902466E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D1E70D-EF75-8E08-F9F0-7988B1365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CD28E-4315-4DDE-A326-56612D82D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4064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E68863F-A3FC-31F8-6BC8-6BDFCBE46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006413-0094-E63E-EF25-ACF22860D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E2FABF-61D7-16FE-F6EA-87D8EB0E68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AA57A7-CEA8-42AC-A8C3-6E5CB185E967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B09292-8C28-B8EC-976E-E866CB7A9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31DCB9-AD28-23B3-BEB4-B3E946353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CD28E-4315-4DDE-A326-56612D82D2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6392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1D2323E-1F93-C97B-E02B-BA718FF82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641" y="866658"/>
            <a:ext cx="6935168" cy="1676634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34007E6-D0B7-19F9-24C2-CFA91DA564EC}"/>
              </a:ext>
            </a:extLst>
          </p:cNvPr>
          <p:cNvSpPr txBox="1"/>
          <p:nvPr/>
        </p:nvSpPr>
        <p:spPr>
          <a:xfrm>
            <a:off x="2142641" y="371475"/>
            <a:ext cx="3334234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Sem inserir nenhum </a:t>
            </a:r>
            <a:r>
              <a:rPr lang="pt-BR" dirty="0" err="1"/>
              <a:t>tuning</a:t>
            </a:r>
            <a:endParaRPr lang="pt-BR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24AC8E0-41B3-643B-FD10-8CD919D64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641" y="2924292"/>
            <a:ext cx="6182588" cy="1771897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7C5ADC8-40FA-DF2F-E879-6841EBC03A52}"/>
              </a:ext>
            </a:extLst>
          </p:cNvPr>
          <p:cNvSpPr txBox="1"/>
          <p:nvPr/>
        </p:nvSpPr>
        <p:spPr>
          <a:xfrm>
            <a:off x="2075966" y="2543292"/>
            <a:ext cx="3334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 </a:t>
            </a:r>
            <a:r>
              <a:rPr lang="pt-B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RandomUnderSampler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5B7E25D-0F02-D46F-C4EF-C111BFBEA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2641" y="5195893"/>
            <a:ext cx="5696745" cy="1590897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27F5B810-449A-EA54-F899-E17562E90622}"/>
              </a:ext>
            </a:extLst>
          </p:cNvPr>
          <p:cNvSpPr txBox="1"/>
          <p:nvPr/>
        </p:nvSpPr>
        <p:spPr>
          <a:xfrm>
            <a:off x="2142641" y="4826561"/>
            <a:ext cx="3334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scale_pos_weight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319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EDA43B0-E6D3-C35D-C268-50687D14D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77" y="285568"/>
            <a:ext cx="8030696" cy="261021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D73F00E-1D55-B659-6959-ABBDE038B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77" y="3429000"/>
            <a:ext cx="6506483" cy="203863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392904B-03F8-CD4D-9F19-A1F376380C28}"/>
              </a:ext>
            </a:extLst>
          </p:cNvPr>
          <p:cNvSpPr txBox="1"/>
          <p:nvPr/>
        </p:nvSpPr>
        <p:spPr>
          <a:xfrm>
            <a:off x="604277" y="3073780"/>
            <a:ext cx="4567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Após ajuste de balanceamento </a:t>
            </a:r>
            <a:r>
              <a:rPr lang="pt-BR" sz="1400" dirty="0" err="1"/>
              <a:t>scale_pos_weight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9114747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8705</TotalTime>
  <Words>21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Marcelo Almeida</dc:creator>
  <cp:lastModifiedBy>Marcelo Almeida</cp:lastModifiedBy>
  <cp:revision>2</cp:revision>
  <dcterms:created xsi:type="dcterms:W3CDTF">2025-09-02T01:39:52Z</dcterms:created>
  <dcterms:modified xsi:type="dcterms:W3CDTF">2025-09-09T23:34:44Z</dcterms:modified>
</cp:coreProperties>
</file>